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Asawir Hussain</a:t>
            </a:r>
          </a:p>
          <a:p>
            <a:r>
              <a:rPr lang="en-US" dirty="0" smtClean="0"/>
              <a:t>L1S21BSCS0106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35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</a:t>
            </a:r>
            <a:r>
              <a:rPr lang="en-US" dirty="0" err="1" smtClean="0"/>
              <a:t>Byse</a:t>
            </a:r>
            <a:r>
              <a:rPr lang="en-US" dirty="0" smtClean="0"/>
              <a:t> Classifier’s 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852" y="2160588"/>
            <a:ext cx="6900333" cy="3881437"/>
          </a:xfrm>
        </p:spPr>
      </p:pic>
    </p:spTree>
    <p:extLst>
      <p:ext uri="{BB962C8B-B14F-4D97-AF65-F5344CB8AC3E}">
        <p14:creationId xmlns:p14="http://schemas.microsoft.com/office/powerpoint/2010/main" val="49720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Knn</a:t>
            </a:r>
            <a:r>
              <a:rPr lang="en-US" dirty="0" smtClean="0"/>
              <a:t> 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852" y="2160588"/>
            <a:ext cx="6900333" cy="3881437"/>
          </a:xfrm>
        </p:spPr>
      </p:pic>
    </p:spTree>
    <p:extLst>
      <p:ext uri="{BB962C8B-B14F-4D97-AF65-F5344CB8AC3E}">
        <p14:creationId xmlns:p14="http://schemas.microsoft.com/office/powerpoint/2010/main" val="78726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Kmean</a:t>
            </a:r>
            <a:r>
              <a:rPr lang="en-US" dirty="0" smtClean="0"/>
              <a:t> 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852" y="2160588"/>
            <a:ext cx="6900333" cy="3881437"/>
          </a:xfrm>
        </p:spPr>
      </p:pic>
    </p:spTree>
    <p:extLst>
      <p:ext uri="{BB962C8B-B14F-4D97-AF65-F5344CB8AC3E}">
        <p14:creationId xmlns:p14="http://schemas.microsoft.com/office/powerpoint/2010/main" val="535707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13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Ai Project</vt:lpstr>
      <vt:lpstr>Naïve Byse Classifier’s Output</vt:lpstr>
      <vt:lpstr>Knn Output</vt:lpstr>
      <vt:lpstr>Kmean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</dc:title>
  <dc:creator>Asawir</dc:creator>
  <cp:lastModifiedBy>Asawir</cp:lastModifiedBy>
  <cp:revision>1</cp:revision>
  <dcterms:created xsi:type="dcterms:W3CDTF">2024-01-26T19:56:34Z</dcterms:created>
  <dcterms:modified xsi:type="dcterms:W3CDTF">2024-01-26T19:59:30Z</dcterms:modified>
</cp:coreProperties>
</file>